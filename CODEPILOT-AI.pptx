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2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101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914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CODEX 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91160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Autonomous Multi‑Agent Software Engineer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2521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K.LIKHITHA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9787"/>
            <a:ext cx="4722763" cy="227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1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754038"/>
            <a:ext cx="227037" cy="2270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053778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Debugging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496119" y="1230585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9000"/>
              </a:lnSpc>
            </a:pPr>
            <a:r>
              <a:rPr lang="en-IN" sz="800" dirty="0"/>
              <a:t>Developers often spend hours trying to track down bugs in large codebases.</a:t>
            </a:r>
          </a:p>
          <a:p>
            <a:pPr>
              <a:lnSpc>
                <a:spcPct val="109000"/>
              </a:lnSpc>
            </a:pPr>
            <a:endParaRPr lang="en-US" sz="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466031"/>
            <a:ext cx="227037" cy="2270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1765771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Reviews &amp; Testing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496119" y="1942579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 tests and thorough reviews are time‑consuming and inconsistent.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178025"/>
            <a:ext cx="227037" cy="22703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2477765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&amp; Compliance</a:t>
            </a:r>
            <a:endParaRPr lang="en-US" sz="850" dirty="0"/>
          </a:p>
        </p:txBody>
      </p:sp>
      <p:sp>
        <p:nvSpPr>
          <p:cNvPr id="12" name="Text 6"/>
          <p:cNvSpPr/>
          <p:nvPr/>
        </p:nvSpPr>
        <p:spPr>
          <a:xfrm>
            <a:off x="496119" y="2654573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Vulnerabilities go undetected until late in the lifecycle.</a:t>
            </a:r>
            <a:endParaRPr lang="en-US" sz="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890019"/>
            <a:ext cx="227037" cy="22703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3189759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 Understanding</a:t>
            </a:r>
            <a:endParaRPr lang="en-US" sz="850" dirty="0"/>
          </a:p>
        </p:txBody>
      </p:sp>
      <p:sp>
        <p:nvSpPr>
          <p:cNvPr id="15" name="Text 8"/>
          <p:cNvSpPr/>
          <p:nvPr/>
        </p:nvSpPr>
        <p:spPr>
          <a:xfrm>
            <a:off x="496119" y="3366567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and repo comprehension slow feature delivery.</a:t>
            </a:r>
            <a:endParaRPr lang="en-US" sz="700" dirty="0"/>
          </a:p>
        </p:txBody>
      </p:sp>
      <p:sp>
        <p:nvSpPr>
          <p:cNvPr id="16" name="Shape 9"/>
          <p:cNvSpPr/>
          <p:nvPr/>
        </p:nvSpPr>
        <p:spPr>
          <a:xfrm>
            <a:off x="496119" y="3573810"/>
            <a:ext cx="4722763" cy="9525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7" name="Shape 10"/>
          <p:cNvSpPr/>
          <p:nvPr/>
        </p:nvSpPr>
        <p:spPr>
          <a:xfrm>
            <a:off x="496119" y="3671441"/>
            <a:ext cx="2332286" cy="487040"/>
          </a:xfrm>
          <a:prstGeom prst="roundRect">
            <a:avLst>
              <a:gd name="adj" fmla="val 783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91666" y="3766989"/>
            <a:ext cx="214119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Hours saved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591666" y="3943796"/>
            <a:ext cx="214119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numbers, cite in demo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2886521" y="3671441"/>
            <a:ext cx="2332360" cy="487040"/>
          </a:xfrm>
          <a:prstGeom prst="roundRect">
            <a:avLst>
              <a:gd name="adj" fmla="val 783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982069" y="3766989"/>
            <a:ext cx="214126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Missed bugs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2982069" y="3943796"/>
            <a:ext cx="214126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cost per incident</a:t>
            </a:r>
            <a:endParaRPr lang="en-US" sz="700" dirty="0"/>
          </a:p>
        </p:txBody>
      </p:sp>
      <p:sp>
        <p:nvSpPr>
          <p:cNvPr id="23" name="Shape 16"/>
          <p:cNvSpPr/>
          <p:nvPr/>
        </p:nvSpPr>
        <p:spPr>
          <a:xfrm>
            <a:off x="496119" y="4216598"/>
            <a:ext cx="4722763" cy="487040"/>
          </a:xfrm>
          <a:prstGeom prst="roundRect">
            <a:avLst>
              <a:gd name="adj" fmla="val 783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91666" y="4312146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reviews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591666" y="4488954"/>
            <a:ext cx="4531668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 &amp; slow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937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 — CodePilot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97725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multi‑agent software engineer that reads your repository, finds and explains bugs, generates fixes and tests, audits security, and produces final reports — all with one click.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90354"/>
            <a:ext cx="753740" cy="7537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7038" y="2590354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Reads Repositories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27038" y="2896865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repository understanding across languages and monorepos.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590354"/>
            <a:ext cx="753740" cy="7537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3353" y="2590354"/>
            <a:ext cx="16682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Finds &amp; Explains Bugs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203353" y="3118321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detection with root‑cause narratives for engineers.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590354"/>
            <a:ext cx="753740" cy="7537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79667" y="2590354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Fixes &amp; Tests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979667" y="2896865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fixes, unit tests, and Git diffs ready for review.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D391BC-BBFD-7F08-FD4F-E848865861AF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797"/>
            <a:ext cx="8151763" cy="25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6963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1004179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Planner Agent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287331"/>
            <a:ext cx="1426538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Coordinates the multi-agent pipeline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645136"/>
            <a:ext cx="1434376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 Analyzer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4148735"/>
            <a:ext cx="1434376" cy="302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codebase and surfaces issues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976745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Hunter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259897"/>
            <a:ext cx="1426538" cy="302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defects and generates reports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679672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Report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3962825"/>
            <a:ext cx="1426539" cy="45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Consolidates findings and recommendations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577581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multi‑agent pipeline coordinates specialized agents with a central planner. Each agent analyzes, proposes changes, and contributes to the final consolidated report.</a:t>
            </a:r>
            <a:endParaRPr lang="en-US" sz="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4F9C18-A737-287C-4970-6C939233FF64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873"/>
            <a:ext cx="8151763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Agents</a:t>
            </a:r>
            <a:endParaRPr lang="en-US" sz="1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98822"/>
            <a:ext cx="878160" cy="878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33017"/>
            <a:ext cx="1995860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 Analyzer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1784524"/>
            <a:ext cx="1995860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graph, dependency map, and code ownership insights.</a:t>
            </a:r>
            <a:endParaRPr lang="en-US" sz="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012" y="698822"/>
            <a:ext cx="878160" cy="878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48012" y="1633017"/>
            <a:ext cx="199593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Hunter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2548012" y="1784524"/>
            <a:ext cx="199593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&amp; dynamic checks tuned by learned heuristics.</a:t>
            </a:r>
            <a:endParaRPr lang="en-US" sz="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980" y="698822"/>
            <a:ext cx="878160" cy="8781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99980" y="1633017"/>
            <a:ext cx="199593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4599980" y="1784524"/>
            <a:ext cx="1995934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diagnostics linking failures to code paths.</a:t>
            </a:r>
            <a:endParaRPr lang="en-US" sz="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947" y="698822"/>
            <a:ext cx="878160" cy="8781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51947" y="1633017"/>
            <a:ext cx="199593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6651947" y="1784524"/>
            <a:ext cx="1995934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SCA, dependency vulnerabilities, and secret detection.</a:t>
            </a:r>
            <a:endParaRPr lang="en-US" sz="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073622"/>
            <a:ext cx="878160" cy="8781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007816"/>
            <a:ext cx="1995860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</a:t>
            </a:r>
            <a:endParaRPr lang="en-US" sz="750" dirty="0"/>
          </a:p>
        </p:txBody>
      </p:sp>
      <p:sp>
        <p:nvSpPr>
          <p:cNvPr id="17" name="Text 10"/>
          <p:cNvSpPr/>
          <p:nvPr/>
        </p:nvSpPr>
        <p:spPr>
          <a:xfrm>
            <a:off x="496119" y="3159323"/>
            <a:ext cx="1995860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Hotspots, regression risk, and optimization suggestions.</a:t>
            </a:r>
            <a:endParaRPr lang="en-US" sz="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8012" y="2073622"/>
            <a:ext cx="878160" cy="8781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48012" y="3007816"/>
            <a:ext cx="199593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 Fix</a:t>
            </a:r>
            <a:endParaRPr lang="en-US" sz="750" dirty="0"/>
          </a:p>
        </p:txBody>
      </p:sp>
      <p:sp>
        <p:nvSpPr>
          <p:cNvPr id="20" name="Text 12"/>
          <p:cNvSpPr/>
          <p:nvPr/>
        </p:nvSpPr>
        <p:spPr>
          <a:xfrm>
            <a:off x="2548012" y="3159323"/>
            <a:ext cx="199593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Patch generation, contextual tests, and safe rollouts.</a:t>
            </a:r>
            <a:endParaRPr lang="en-US" sz="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9980" y="2073622"/>
            <a:ext cx="878160" cy="8781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99980" y="3007816"/>
            <a:ext cx="199593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Generator</a:t>
            </a:r>
            <a:endParaRPr lang="en-US" sz="750" dirty="0"/>
          </a:p>
        </p:txBody>
      </p:sp>
      <p:sp>
        <p:nvSpPr>
          <p:cNvPr id="23" name="Text 14"/>
          <p:cNvSpPr/>
          <p:nvPr/>
        </p:nvSpPr>
        <p:spPr>
          <a:xfrm>
            <a:off x="4599980" y="3159323"/>
            <a:ext cx="1995934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Unit, integration, and fuzz tests tailored to repo patterns.</a:t>
            </a:r>
            <a:endParaRPr lang="en-US" sz="6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1947" y="2073622"/>
            <a:ext cx="878160" cy="8781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651947" y="3007816"/>
            <a:ext cx="199593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Documentation</a:t>
            </a:r>
            <a:endParaRPr lang="en-US" sz="750" dirty="0"/>
          </a:p>
        </p:txBody>
      </p:sp>
      <p:sp>
        <p:nvSpPr>
          <p:cNvPr id="26" name="Text 16"/>
          <p:cNvSpPr/>
          <p:nvPr/>
        </p:nvSpPr>
        <p:spPr>
          <a:xfrm>
            <a:off x="6651947" y="3159323"/>
            <a:ext cx="1995934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docs, change logs, and human‑readable summaries.</a:t>
            </a:r>
            <a:endParaRPr lang="en-US" sz="6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19" y="3448422"/>
            <a:ext cx="878160" cy="8781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96119" y="4382616"/>
            <a:ext cx="1995860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Planner</a:t>
            </a:r>
            <a:endParaRPr lang="en-US" sz="750" dirty="0"/>
          </a:p>
        </p:txBody>
      </p:sp>
      <p:sp>
        <p:nvSpPr>
          <p:cNvPr id="29" name="Text 18"/>
          <p:cNvSpPr/>
          <p:nvPr/>
        </p:nvSpPr>
        <p:spPr>
          <a:xfrm>
            <a:off x="496119" y="4534123"/>
            <a:ext cx="1995860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Orchestrates agents, priorities, and safe change application.</a:t>
            </a:r>
            <a:endParaRPr lang="en-US" sz="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5E591E-2C6F-22B3-E761-32B7AD575B8D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797"/>
            <a:ext cx="8151763" cy="25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6963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1004179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287331"/>
            <a:ext cx="1426538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or upload your repo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755359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4038512"/>
            <a:ext cx="1434376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run parallel scans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976745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259897"/>
            <a:ext cx="1426538" cy="302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fixes and tests proposed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679672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3962825"/>
            <a:ext cx="1426539" cy="45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reviewable diff and report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577581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engineer uploads or links a repo — CodePilot runs analysis agents in parallel, consolidates fixes and tests, and emits a reviewable Git diff plus a downloadable report.</a:t>
            </a:r>
            <a:endParaRPr lang="en-US" sz="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41C7BC-0F09-1151-8019-87A541E6E397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07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7194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171947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Import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1478459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 multi‑repo and organization support.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17194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1171947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ZIP Upload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1478459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repos and offline bundles supported.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88790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1988790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Detection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2295302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Multi‑language static analysis powered by LLMs + rules.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988790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1988790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Scan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2295302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scanning, secret detection, and SCA integration.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32447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7658" y="3032447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Analysis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27658" y="3338959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Heuristics for regressions and hotpath optimizations.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32447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2092" y="3032447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Code Fix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92092" y="3338959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Patch proposals with tests and CI checks.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076105"/>
            <a:ext cx="354360" cy="3543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7658" y="4076105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Diff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1027658" y="4382616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PRs, review commentary, and changelogs.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4076105"/>
            <a:ext cx="354360" cy="3543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92092" y="4076105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Documentation &amp; Reports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5192092" y="4382616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&amp; PDF exports with executive summary.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97672F-E4A3-86AC-85E6-A2AD46B78577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555"/>
            <a:ext cx="8151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80492"/>
            <a:ext cx="326678" cy="326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557710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6119" y="1882304"/>
            <a:ext cx="3916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• TypeScript • Tailwind • Monaco Editor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24100"/>
            <a:ext cx="326678" cy="3266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2801317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96119" y="3125912"/>
            <a:ext cx="3916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• Python • Async pipelines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567708"/>
            <a:ext cx="326678" cy="3266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4044925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6119" y="4369519"/>
            <a:ext cx="3916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• Redis for queues &amp; caching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157" y="1080492"/>
            <a:ext cx="326678" cy="3266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36157" y="1557710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736157" y="1882304"/>
            <a:ext cx="3916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Codex / GPT ensembles, fine‑tuned agents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6157" y="2324100"/>
            <a:ext cx="326678" cy="3266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36157" y="2801317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736157" y="3125912"/>
            <a:ext cx="3916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• GitHub Actions • Vercel / Render for hosting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6157" y="3567708"/>
            <a:ext cx="326678" cy="32667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36157" y="4044925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736157" y="4369519"/>
            <a:ext cx="391648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sandboxes, secure secrets handling, audit trails</a:t>
            </a:r>
            <a:endParaRPr lang="en-US" sz="1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E2F5-E304-6017-D4D9-F8E681C6D54D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183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Demo Flow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8269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58230"/>
            <a:ext cx="2628230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GitHub repository (OAuth)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analyzes repository structure and tests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bugs and explains root causes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fixes and unit tests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PR with Git diff &amp; downloadable PDF report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24339" y="3698528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will show end‑to‑end: repo -&gt; analysis -&gt; PR in under 2 minutes.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7DDF7-D4F8-D9FD-EDE1-67515494BC3B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035"/>
            <a:ext cx="81517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0424"/>
            <a:ext cx="3905696" cy="28112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46947" y="1130424"/>
            <a:ext cx="3905696" cy="865436"/>
          </a:xfrm>
          <a:prstGeom prst="roundRect">
            <a:avLst>
              <a:gd name="adj" fmla="val 67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91236" y="1274713"/>
            <a:ext cx="361711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 Mean Time To Repair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891236" y="1630114"/>
            <a:ext cx="36171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triage and fixes.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46947" y="2133228"/>
            <a:ext cx="3905696" cy="865436"/>
          </a:xfrm>
          <a:prstGeom prst="roundRect">
            <a:avLst>
              <a:gd name="adj" fmla="val 67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1236" y="2277517"/>
            <a:ext cx="361711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 Code Quality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91236" y="2632918"/>
            <a:ext cx="36171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tests + reviewable PRs.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46947" y="3136032"/>
            <a:ext cx="3905696" cy="865436"/>
          </a:xfrm>
          <a:prstGeom prst="roundRect">
            <a:avLst>
              <a:gd name="adj" fmla="val 67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1236" y="3280321"/>
            <a:ext cx="361711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Scale Security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91236" y="3635722"/>
            <a:ext cx="36171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vulnerability detection.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46947" y="4155951"/>
            <a:ext cx="390569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numbers reflect projected efficiencies for engineering teams and lowered operational risk.</a:t>
            </a:r>
            <a:endParaRPr lang="en-US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8ACC8F-5714-D35B-AEFB-8EE1C3A57262}"/>
              </a:ext>
            </a:extLst>
          </p:cNvPr>
          <p:cNvSpPr/>
          <p:nvPr/>
        </p:nvSpPr>
        <p:spPr>
          <a:xfrm>
            <a:off x="7940040" y="4875774"/>
            <a:ext cx="1158240" cy="2214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630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bhanu palati</cp:lastModifiedBy>
  <cp:revision>2</cp:revision>
  <dcterms:created xsi:type="dcterms:W3CDTF">2026-08-02T12:46:41Z</dcterms:created>
  <dcterms:modified xsi:type="dcterms:W3CDTF">2026-08-02T13:03:37Z</dcterms:modified>
</cp:coreProperties>
</file>